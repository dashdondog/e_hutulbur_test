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4114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0" y="164592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Arial"/>
              </a:defRPr>
            </a:pPr>
            <a:r>
              <a:t>11-р ангийн хичээлийн систем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27432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75569"/>
                </a:solidFill>
                <a:latin typeface="Arial"/>
              </a:defRPr>
            </a:pPr>
            <a:r>
              <a:t>AI-д суурилсан хөтөлбөр &amp; тест бэлтгэх платформ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3840480"/>
            <a:ext cx="128016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Next.js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840480"/>
            <a:ext cx="128016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3840480"/>
            <a:ext cx="128016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Claude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3840480"/>
            <a:ext cx="128016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3840480"/>
            <a:ext cx="1280160" cy="411480"/>
          </a:xfrm>
          <a:prstGeom prst="roundRect">
            <a:avLst>
              <a:gd name="adj" fmla="val 1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50292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Arial"/>
              </a:defRPr>
            </a:pPr>
            <a:r>
              <a:t>2026 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F4444"/>
                </a:solidFill>
                <a:latin typeface="Arial"/>
              </a:defRPr>
            </a:pPr>
            <a:r>
              <a:t>Асуудал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12801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E293B"/>
                </a:solidFill>
                <a:latin typeface="Arial"/>
              </a:defRPr>
            </a:pPr>
            <a:r>
              <a:t>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7373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Цаг хугацаа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9456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Багш нар хөтөлбөр, тест бэлтгэхэд маш их цаг зарцуулдаг. Нэг хичээлийн тест бэлтгэхэд дунджаар 3-4 цаг зарцуулна.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00400"/>
            <a:ext cx="10332720" cy="12801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E293B"/>
                </a:solidFill>
                <a:latin typeface="Arial"/>
              </a:defRPr>
            </a:pPr>
            <a:r>
              <a:t>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291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Гар ажиллагаа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749039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Сурах бичгийн агуулгыг гараар задлан шинжилж, сэдэв сэдвээр ялгах хүнд ажил. Алдаа гарах магадлал өндөр.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332720" cy="128016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1E293B"/>
                </a:solidFill>
                <a:latin typeface="Arial"/>
              </a:defRPr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  <a:latin typeface="Arial"/>
              </a:defRPr>
            </a:pPr>
            <a:r>
              <a:t>Давтагдсан ажил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30352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Сэдэв бүрээр тест бэлдэх нь давтагдсан, нэг хэвийн ажил. 16 хичээл x олон сэдэв = маш их ажил.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0B981"/>
                </a:solidFill>
                <a:latin typeface="Arial"/>
              </a:defRPr>
            </a:pPr>
            <a:r>
              <a:t>Шийдэл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E293B"/>
                </a:solidFill>
                <a:latin typeface="Arial"/>
              </a:defRPr>
            </a:pPr>
            <a:r>
              <a:t>Сурах бичгийн PDF-ийг AI-р уншуулж бүгдийг автоматжуулах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91640" y="283464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Хөтөлбөр үүсгэх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rial"/>
              </a:defRPr>
            </a:pPr>
            <a:r>
              <a:t>32 долоо хоногийн хөтөлбөр автомат үүсгэнэ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56032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34840" y="283464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Сэдвүүд гаргах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4480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rial"/>
              </a:defRPr>
            </a:pPr>
            <a:r>
              <a:t>Бүлэг, сэдэв, дэд сэдвүүдийг ялгаж гаргана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56032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78040" y="283464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Тест бэлтгэх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rial"/>
              </a:defRPr>
            </a:pPr>
            <a:r>
              <a:t>Сэдэв бүрээр олон төрлийн тест автомат үүсгэнэ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2560320"/>
            <a:ext cx="246888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921240" y="2834640"/>
            <a:ext cx="914400" cy="9144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Дүн гаргах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44805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Arial"/>
              </a:defRPr>
            </a:pPr>
            <a:r>
              <a:t>Тест өгсний дараа шууд дүн, зөв хариулт харуулна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Технологийн стек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Next.js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React 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Tailwind CSS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TypeScript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28600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Node.js API Routes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File System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PDF Parse +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LocalStorage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459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28600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Claude AI (Anthropic)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Claude Sonnet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JSON Structured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Prompt Engineering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645920"/>
            <a:ext cx="2560320" cy="54864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DevTools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286000"/>
            <a:ext cx="2560320" cy="32004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246888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ESLint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004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PostCSS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9319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Tesseract OCR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• Poppler (pdftotext)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Системийн бүтэц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Хэрэглэгч</a:t>
            </a:r>
            <a:br/>
            <a:r>
              <a:t>(Browser)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27432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Next.js</a:t>
            </a:r>
            <a:br/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7432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API Routes</a:t>
            </a:r>
            <a:br/>
            <a:r>
              <a:t>(Backend)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2743200"/>
            <a:ext cx="2011680" cy="118872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Claude AI</a:t>
            </a:r>
            <a:br/>
            <a:r>
              <a:t>(Anthropic)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26080" y="3108960"/>
            <a:ext cx="5486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486400" y="3108960"/>
            <a:ext cx="5486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046720" y="3108960"/>
            <a:ext cx="548640" cy="36576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37160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PDF Upload</a:t>
            </a:r>
            <a:br/>
            <a:r>
              <a:t>&amp; Parse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Text Extraction</a:t>
            </a:r>
            <a:br/>
            <a:r>
              <a:t>(OCR)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AI Content</a:t>
            </a:r>
            <a:br/>
            <a:r>
              <a:t>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457200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LocalStorage</a:t>
            </a:r>
            <a:br/>
            <a:r>
              <a:t>&amp;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16 хичээл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rial"/>
              </a:defRPr>
            </a:pPr>
            <a:r>
              <a:t>11-р ангийн бүх үндсэн хичээлүүдийг хамарсан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Arial"/>
              </a:defRPr>
            </a:pPr>
            <a:r>
              <a:t>Монгол хэл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🖋️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  <a:latin typeface="Arial"/>
              </a:defRPr>
            </a:pPr>
            <a:r>
              <a:t>Монгол бичиг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Arial"/>
              </a:defRPr>
            </a:pPr>
            <a:r>
              <a:t>Уран зохиол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82880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965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0116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F4444"/>
                </a:solidFill>
                <a:latin typeface="Arial"/>
              </a:defRPr>
            </a:pPr>
            <a:r>
              <a:t>Математик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92608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⚛️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Arial"/>
              </a:defRPr>
            </a:pPr>
            <a:r>
              <a:t>Физик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92608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6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Arial"/>
              </a:defRPr>
            </a:pPr>
            <a:r>
              <a:t>Хими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92608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Arial"/>
              </a:defRPr>
            </a:pPr>
            <a:r>
              <a:t>Биологи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92608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30632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1089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Arial"/>
              </a:defRPr>
            </a:pPr>
            <a:r>
              <a:t>Газарзүй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02336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🏛️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  <a:latin typeface="Arial"/>
              </a:defRPr>
            </a:pPr>
            <a:r>
              <a:t>Түүх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0" y="402336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9476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⚖️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Arial"/>
              </a:defRPr>
            </a:pPr>
            <a:r>
              <a:t>Нийгмийн ухаан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02336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🇬🇧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EA5E9"/>
                </a:solidFill>
                <a:latin typeface="Arial"/>
              </a:defRPr>
            </a:pPr>
            <a:r>
              <a:t>Англи хэл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0" y="402336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81160" y="41605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💻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4206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Arial"/>
              </a:defRPr>
            </a:pPr>
            <a:r>
              <a:t>Мэдээлэл зүй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12064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🔧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Arial"/>
              </a:defRPr>
            </a:pPr>
            <a:r>
              <a:t>Технологи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57600" y="512064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11D48"/>
                </a:solidFill>
                <a:latin typeface="Arial"/>
              </a:defRPr>
            </a:pPr>
            <a:r>
              <a:t>Дүрслэх урлаг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0" y="512064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Arial"/>
              </a:defRPr>
            </a:pPr>
            <a:r>
              <a:t>Хөгжим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5120640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52578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1E293B"/>
                </a:solidFill>
                <a:latin typeface="Arial"/>
              </a:defRPr>
            </a:pPr>
            <a:r>
              <a:t>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84080" y="53035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59669"/>
                </a:solidFill>
                <a:latin typeface="Arial"/>
              </a:defRPr>
            </a:pPr>
            <a:r>
              <a:t>Биеийн тамир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Файл байршуулах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5029200" cy="274320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1E293B"/>
                </a:solidFill>
                <a:latin typeface="Arial"/>
              </a:defRPr>
            </a:pPr>
            <a:r>
              <a:t>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475569"/>
                </a:solidFill>
                <a:latin typeface="Arial"/>
              </a:defRPr>
            </a:pPr>
            <a:r>
              <a:t>PDF, TXT файлаа энд чирж оруулна 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Arial"/>
              </a:defRPr>
            </a:pPr>
            <a:r>
              <a:t>эсвэл энд дарж файл сонгоно уу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📕 PDF файл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t>Сурах бичгийн PDF-ийг автомат уншина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97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📄 TXT/MD файл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t>Текст файлуудыг шууд ашиглана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5760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🔍 OCR дэмжлэг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t>Зурган PDF-ийг Tesseract-аар уншина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663440"/>
            <a:ext cx="502920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4709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🗑️ Файл устгах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074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rial"/>
              </a:defRPr>
            </a:pPr>
            <a:r>
              <a:t>Шаардлагагүй файлыг устгах боломжтой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AI хөтөлбөр үүсгэх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📌 Нэр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73736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Хөтөлбөрийн нэр автомат тодорхойлно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60604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🎯 Зорилго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97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3-5 өгүүлбэрээр зорилго тодорхойлно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56616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657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📝 Агуулга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Долоо хоног бүрийн хуваарьтай дэлгэрэнгүй агуулга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52628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📏 Үнэлгээ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6177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Үнэлгээний шалгуурууд тодорхойлно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486400"/>
            <a:ext cx="10332720" cy="77724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577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Arial"/>
              </a:defRPr>
            </a:pPr>
            <a:r>
              <a:t>📅 Хугацаа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57784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Arial"/>
              </a:defRPr>
            </a:pPr>
            <a:r>
              <a:t>32 долоо хоногийн хөтөлбөр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669280"/>
            <a:ext cx="576072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📋 Хөтөлбөр үүсгэх  →  Claude Sonnet 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AI сэдэв гаргах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Arial"/>
              </a:defRPr>
            </a:pPr>
            <a:r>
              <a:t>Сурах бичгээс бүх бүлэг/сэдвийг дэд сэдвүүдтэй нь автомат ялгаж гаргана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338328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1-р бүлэг. Кинематик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063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Шулуун шугаман хөдөлгөөн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749039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Чөлөөт уналт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48056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526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Хурдатгал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103120"/>
            <a:ext cx="338328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0" y="210312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2-р бүлэг. Динамик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301752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063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Ньютоны хуулиуд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749039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Үрэлтийн хүч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48056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4526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Инерц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2103120"/>
            <a:ext cx="3383280" cy="365760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0" y="2103120"/>
            <a:ext cx="3383280" cy="640080"/>
          </a:xfrm>
          <a:prstGeom prst="roundRect">
            <a:avLst>
              <a:gd name="adj" fmla="val 3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3-р бүлэг. Энерги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01752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Кинетик энерги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0" y="3749039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3794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Потенциал энерги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480560"/>
            <a:ext cx="3017520" cy="548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526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• Энергийн хадгалалт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AI тест бэлтгэх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3200400" cy="2011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40280" y="18288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ABCD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Олон сонголттой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4 хариулт, 1 зөв</a:t>
            </a:r>
            <a:br/>
            <a:r>
              <a:t>A, B, C, D сонголт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645920"/>
            <a:ext cx="3200400" cy="2011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897880" y="182880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Ү/Х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Үнэн / Худал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2 сонголт</a:t>
            </a:r>
            <a:br/>
            <a:r>
              <a:t>Үнэн эсвэл Худал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1645920"/>
            <a:ext cx="3200400" cy="201168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55480" y="182880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8346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Нээлттэй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59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Чөлөөт хариулт</a:t>
            </a:r>
            <a:br/>
            <a:r>
              <a:t>Бичвэр оруулах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E293B"/>
                </a:solidFill>
                <a:latin typeface="Arial"/>
              </a:defRPr>
            </a:pPr>
            <a:r>
              <a:t>Хүндийн зэрэг: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754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Хялбар  —  1 оноо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754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Дунд  —  2 оноо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7548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Хэцүү  —  3 оноо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Тест өгөх горим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6002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⏱️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5087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Arial"/>
              </a:defRPr>
            </a:pPr>
            <a:r>
              <a:t>Цаг хэмжигч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20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40 минутын хугацаатай. Цаг дуусвал автомат дуусгана. Үлдсэн цагийг байнга харуулна.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97480"/>
            <a:ext cx="1033272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88720" y="2834640"/>
            <a:ext cx="731520" cy="7315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7432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Arial"/>
              </a:defRPr>
            </a:pPr>
            <a:r>
              <a:t>Хариулт сонгох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1546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Олон сонголт, Үнэн/Худал асуултуудад дарж хариулна. Нээлттэй асуултад бичнэ.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31920"/>
            <a:ext cx="1033272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88720" y="40690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9776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Arial"/>
              </a:defRPr>
            </a:pPr>
            <a:r>
              <a:t>Автомат дүн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389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Дуусмагц шууд дүн гаргана: зөв/буруу тоо, нийт оноо, хувь (%).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166360"/>
            <a:ext cx="10332720" cy="10515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5303520"/>
            <a:ext cx="731520" cy="73152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/>
            </a:pPr>
            <a:r>
              <a:t>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52120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E293B"/>
                </a:solidFill>
                <a:latin typeface="Arial"/>
              </a:defRPr>
            </a:pPr>
            <a:r>
              <a:t>Зөв хариулт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23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Буруу хариулсан асуултын зөв хариултыг ногоон өнгөөр харуулна.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Өгөгдлийн бүтэц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Subject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2651760" cy="246887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id: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name: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icon: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color: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Curriculum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2860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name: string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goal: string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204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content: string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criteria: string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weeks: number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6459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Topic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286000"/>
            <a:ext cx="2651760" cy="2468879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name: string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description: 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204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subtopics: string[]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order: number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1645920"/>
            <a:ext cx="2651760" cy="548640"/>
          </a:xfrm>
          <a:prstGeom prst="roundRect">
            <a:avLst>
              <a:gd name="adj" fmla="val 5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Test / Question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6880" y="2286000"/>
            <a:ext cx="2651760" cy="30175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2423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name: string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971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duration: number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5204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questions: Question[]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4069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type: multiple | truefalse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617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ourier New"/>
              </a:defRPr>
            </a:pPr>
            <a:r>
              <a:t>correctAnswer: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32720" cy="640080"/>
          </a:xfrm>
          <a:prstGeom prst="roundRect">
            <a:avLst>
              <a:gd name="adj" fmla="val 2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916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rial"/>
              </a:defRPr>
            </a:pPr>
            <a:r>
              <a:t>Тайлбар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7744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45059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/api/upload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23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PDF/TXT файл байршуулах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2608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299923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71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971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Хичээлийн файлуудыг авах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47472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354787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DELETE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52043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/api/upload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3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Файл устгах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2336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409651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PATCH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069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/api/upload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Текст дахин extract хийх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57200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97280" y="464515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6177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/api/generate/curriculum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17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AI хөтөлбөр үүсгэх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120640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5193792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POST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16635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/api/generate/topics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16635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AI сэдвүүд гаргах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69279"/>
            <a:ext cx="10332720" cy="502920"/>
          </a:xfrm>
          <a:prstGeom prst="roundRect">
            <a:avLst>
              <a:gd name="adj" fmla="val 1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97280" y="5742431"/>
            <a:ext cx="1005840" cy="347472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urier New"/>
              </a:defRPr>
            </a:pPr>
            <a:r>
              <a:t>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71499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  <a:latin typeface="Courier New"/>
              </a:defRPr>
            </a:pPr>
            <a:r>
              <a:t>/api/generate/tests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71499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AI тест бэлтгэх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Ажиллах урсгал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057400" y="18288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Хичээл сонгох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16 хичээлээс сонгоно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715000" y="1828800"/>
            <a:ext cx="822960" cy="8229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PDF байршуулах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Сурах бичгээ оруулна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72600" y="1828800"/>
            <a:ext cx="822960" cy="8229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5176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AI үүсгэх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9260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Товч дарахад AI ажиллана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57400" y="4023360"/>
            <a:ext cx="822960" cy="8229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Хөтөлбөр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32 долоо хоногийн хөтөлбөр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84048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5000" y="402336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Сэдвүүд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Бүлэг, дэд сэдвүүд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840480"/>
            <a:ext cx="3200400" cy="1645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72600" y="4023360"/>
            <a:ext cx="822960" cy="822960"/>
          </a:xfrm>
          <a:prstGeom prst="ellipse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rial"/>
              </a:defRPr>
            </a:pPr>
            <a:r>
              <a:t>Тест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1206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75569"/>
                </a:solidFill>
                <a:latin typeface="Arial"/>
              </a:defRPr>
            </a:pPr>
            <a:r>
              <a:t>Сэдэв бүрээр тест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Цаашдын хөгжүүлэлт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55448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🗄️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Өгөгдлийн сан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745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MongoDB/Supabase руу шилжиж, өгөгдлийг найдвартай хадгалах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6888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56032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514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Нэвтрэх систем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03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Багш, сурагчийн нэвтрэх (Authentication) систем нэмэх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356616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Дүнгийн тайлан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8862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Сурагч бүрийн дүн, ахиц дэвшлийн тайлан гаргах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8056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97280" y="457200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526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Олон хэрэглэгч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9204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Олон багш, сурагч зэрэг ашиглах боломж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5486400"/>
            <a:ext cx="10332720" cy="82296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97280" y="5577840"/>
            <a:ext cx="640080" cy="64008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532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293B"/>
                </a:solidFill>
                <a:latin typeface="Arial"/>
              </a:defRPr>
            </a:pPr>
            <a:r>
              <a:t>Мобайл хувилбар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9788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rial"/>
              </a:defRPr>
            </a:pPr>
            <a:r>
              <a:t>Гар утаснаас ашиглах responsive дизайн сайжруулах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4114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828800"/>
            <a:ext cx="7589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E293B"/>
                </a:solidFill>
                <a:latin typeface="Arial"/>
              </a:defRPr>
            </a:pPr>
            <a:r>
              <a:t>Анхаарал тавьсанд баярлалаа!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017520"/>
            <a:ext cx="7589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  <a:latin typeface="Arial"/>
              </a:defRPr>
            </a:pPr>
            <a:r>
              <a:t>11-р ангийн хичээлийн 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84048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75569"/>
                </a:solidFill>
                <a:latin typeface="Arial"/>
              </a:defRPr>
            </a:pPr>
            <a:r>
              <a:t>AI-д суурилсан боловсролын платформ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2103120" cy="3657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84632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Arial"/>
              </a:defRPr>
            </a:pPr>
            <a:r>
              <a:t>Асуулт байна уу?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